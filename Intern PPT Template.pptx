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12192000" cy="6858000"/>
  <p:notesSz cx="6858000" cy="9144000"/>
  <p:embeddedFontLst>
    <p:embeddedFont>
      <p:font typeface="Book Antiqua" panose="02040602050305030304" pitchFamily="18" charset="0"/>
      <p:regular r:id="rId13"/>
      <p:bold r:id="rId14"/>
      <p:italic r:id="rId15"/>
      <p:boldItalic r:id="rId16"/>
    </p:embeddedFon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rS5+1n2wat7Fvpz8ygxufa4Kb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2EDFA-5A24-4F47-801A-F8739A0F679F}">
  <a:tblStyle styleId="{B712EDFA-5A24-4F47-801A-F8739A0F679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ithra N" userId="95ef1bad48ffa11d" providerId="LiveId" clId="{F168C861-FC71-45D9-86B9-69AAF522441E}"/>
    <pc:docChg chg="undo custSel modSld modMainMaster">
      <pc:chgData name="Susithra N" userId="95ef1bad48ffa11d" providerId="LiveId" clId="{F168C861-FC71-45D9-86B9-69AAF522441E}" dt="2026-03-13T00:02:17.140" v="52" actId="20577"/>
      <pc:docMkLst>
        <pc:docMk/>
      </pc:docMkLst>
      <pc:sldChg chg="delSp modSp mod">
        <pc:chgData name="Susithra N" userId="95ef1bad48ffa11d" providerId="LiveId" clId="{F168C861-FC71-45D9-86B9-69AAF522441E}" dt="2026-03-11T06:16:16.894" v="51" actId="478"/>
        <pc:sldMkLst>
          <pc:docMk/>
          <pc:sldMk cId="0" sldId="256"/>
        </pc:sldMkLst>
        <pc:spChg chg="mod">
          <ac:chgData name="Susithra N" userId="95ef1bad48ffa11d" providerId="LiveId" clId="{F168C861-FC71-45D9-86B9-69AAF522441E}" dt="2026-03-11T06:16:01.572" v="50" actId="6549"/>
          <ac:spMkLst>
            <pc:docMk/>
            <pc:sldMk cId="0" sldId="256"/>
            <ac:spMk id="96" creationId="{00000000-0000-0000-0000-000000000000}"/>
          </ac:spMkLst>
        </pc:spChg>
      </pc:sldChg>
      <pc:sldChg chg="modSp mod">
        <pc:chgData name="Susithra N" userId="95ef1bad48ffa11d" providerId="LiveId" clId="{F168C861-FC71-45D9-86B9-69AAF522441E}" dt="2026-03-13T00:02:17.140" v="52" actId="20577"/>
        <pc:sldMkLst>
          <pc:docMk/>
          <pc:sldMk cId="0" sldId="263"/>
        </pc:sldMkLst>
        <pc:spChg chg="mod">
          <ac:chgData name="Susithra N" userId="95ef1bad48ffa11d" providerId="LiveId" clId="{F168C861-FC71-45D9-86B9-69AAF522441E}" dt="2026-03-13T00:02:17.140" v="52" actId="20577"/>
          <ac:spMkLst>
            <pc:docMk/>
            <pc:sldMk cId="0" sldId="263"/>
            <ac:spMk id="151" creationId="{00000000-0000-0000-0000-000000000000}"/>
          </ac:spMkLst>
        </pc:spChg>
      </pc:sldChg>
      <pc:sldMasterChg chg="modSldLayout">
        <pc:chgData name="Susithra N" userId="95ef1bad48ffa11d" providerId="LiveId" clId="{F168C861-FC71-45D9-86B9-69AAF522441E}" dt="2026-03-11T06:15:48.917" v="49" actId="20577"/>
        <pc:sldMasterMkLst>
          <pc:docMk/>
          <pc:sldMasterMk cId="0" sldId="2147483648"/>
        </pc:sldMasterMkLst>
        <pc:sldLayoutChg chg="modSp mod">
          <pc:chgData name="Susithra N" userId="95ef1bad48ffa11d" providerId="LiveId" clId="{F168C861-FC71-45D9-86B9-69AAF522441E}" dt="2026-03-11T06:15:48.917" v="49" actId="20577"/>
          <pc:sldLayoutMkLst>
            <pc:docMk/>
            <pc:sldMasterMk cId="0" sldId="2147483648"/>
            <pc:sldLayoutMk cId="0" sldId="2147483649"/>
          </pc:sldLayoutMkLst>
          <pc:spChg chg="mod">
            <ac:chgData name="Susithra N" userId="95ef1bad48ffa11d" providerId="LiveId" clId="{F168C861-FC71-45D9-86B9-69AAF522441E}" dt="2026-03-11T06:15:48.917" v="49" actId="20577"/>
            <ac:spMkLst>
              <pc:docMk/>
              <pc:sldMasterMk cId="0" sldId="2147483648"/>
              <pc:sldLayoutMk cId="0" sldId="2147483649"/>
              <ac:spMk id="2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9457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3609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/>
          <p:nvPr/>
        </p:nvSpPr>
        <p:spPr>
          <a:xfrm>
            <a:off x="53008" y="6427304"/>
            <a:ext cx="12059479" cy="360432"/>
          </a:xfrm>
          <a:prstGeom prst="rect">
            <a:avLst/>
          </a:prstGeom>
          <a:solidFill>
            <a:srgbClr val="37457A"/>
          </a:solidFill>
          <a:ln w="12700" cap="flat" cmpd="sng">
            <a:solidFill>
              <a:srgbClr val="395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7" name="Google Shape;17;p10"/>
          <p:cNvSpPr txBox="1">
            <a:spLocks noGrp="1"/>
          </p:cNvSpPr>
          <p:nvPr>
            <p:ph type="ctrTitle"/>
          </p:nvPr>
        </p:nvSpPr>
        <p:spPr>
          <a:xfrm>
            <a:off x="530087" y="1715809"/>
            <a:ext cx="11277600" cy="1269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  <a:defRPr sz="40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ubTitle" idx="1"/>
          </p:nvPr>
        </p:nvSpPr>
        <p:spPr>
          <a:xfrm>
            <a:off x="1524000" y="4104654"/>
            <a:ext cx="9144000" cy="115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E0000"/>
              </a:buClr>
              <a:buSzPts val="4000"/>
              <a:buNone/>
              <a:defRPr sz="4000" b="1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9290BC3-9723-4299-AB90-30DC4A15BCB4}" type="datetime1">
              <a:rPr lang="en-US" smtClean="0"/>
              <a:t>7/13/2026</a:t>
            </a:fld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0"/>
          <p:cNvSpPr/>
          <p:nvPr/>
        </p:nvSpPr>
        <p:spPr>
          <a:xfrm>
            <a:off x="53008" y="66260"/>
            <a:ext cx="10880035" cy="1311965"/>
          </a:xfrm>
          <a:prstGeom prst="rect">
            <a:avLst/>
          </a:prstGeom>
          <a:solidFill>
            <a:srgbClr val="B53537"/>
          </a:solidFill>
          <a:ln w="12700" cap="flat" cmpd="sng">
            <a:solidFill>
              <a:srgbClr val="395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5626" y="86139"/>
            <a:ext cx="1076739" cy="115956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0"/>
          <p:cNvSpPr txBox="1"/>
          <p:nvPr/>
        </p:nvSpPr>
        <p:spPr>
          <a:xfrm>
            <a:off x="188843" y="144396"/>
            <a:ext cx="9909313" cy="49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 Antiqua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PSG Institute of Technology and Applied Research</a:t>
            </a:r>
            <a:endParaRPr sz="2800" b="1" i="0" u="none" strike="noStrike" cap="none" dirty="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" name="Google Shape;25;p10"/>
          <p:cNvSpPr txBox="1"/>
          <p:nvPr/>
        </p:nvSpPr>
        <p:spPr>
          <a:xfrm>
            <a:off x="188843" y="585974"/>
            <a:ext cx="9909313" cy="55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ookman Old Style"/>
              <a:buNone/>
            </a:pPr>
            <a:r>
              <a:rPr lang="en-US" sz="1500" b="0" i="0" u="none" strike="noStrike" cap="none" dirty="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(Autonomous, Approved by AICTE, New Delhi)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ookman Old Style"/>
              <a:buNone/>
            </a:pPr>
            <a:r>
              <a:rPr lang="en-US" sz="1500" b="0" i="0" u="none" strike="noStrike" cap="none" dirty="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Neelambur, Coimbatore- 641062</a:t>
            </a:r>
            <a:endParaRPr sz="1500" b="0" i="0" u="none" strike="noStrike" cap="none" dirty="0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ACFBBC9-95FF-47E0-BA4F-D9CF00078C7D}" type="datetime1">
              <a:rPr lang="en-US" smtClean="0"/>
              <a:t>7/13/2026</a:t>
            </a:fld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DDFCA59-EA22-4F75-A4EF-2CBE742173BC}" type="datetime1">
              <a:rPr lang="en-US" smtClean="0"/>
              <a:t>7/13/2026</a:t>
            </a:fld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63F92E3-B79C-49EB-A092-B137C4645393}" type="datetime1">
              <a:rPr lang="en-US" smtClean="0"/>
              <a:t>7/13/2026</a:t>
            </a:fld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21C8863-012C-45B6-B494-FDA281BF5ECC}" type="datetime1">
              <a:rPr lang="en-US" smtClean="0"/>
              <a:t>7/13/2026</a:t>
            </a:fld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5723DCC-2B7A-4CEB-BBCF-D4F502968929}" type="datetime1">
              <a:rPr lang="en-US" smtClean="0"/>
              <a:t>7/13/2026</a:t>
            </a:fld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F052D5E-D621-4917-B636-56444C9F21E4}" type="datetime1">
              <a:rPr lang="en-US" smtClean="0"/>
              <a:t>7/13/2026</a:t>
            </a:fld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5BADDAF-AA84-4811-8A2F-D9ED9D073719}" type="datetime1">
              <a:rPr lang="en-US" smtClean="0"/>
              <a:t>7/13/2026</a:t>
            </a:fld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2B6BD74-62FC-40C4-A9DE-8063C1D8E8E0}" type="datetime1">
              <a:rPr lang="en-US" smtClean="0"/>
              <a:t>7/13/2026</a:t>
            </a:fld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1A1F092-7C13-40F4-8BA3-C1DBCFA56953}" type="datetime1">
              <a:rPr lang="en-US" smtClean="0"/>
              <a:t>7/13/2026</a:t>
            </a:fld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BB7A091-7DAA-40DD-B58A-0C80539ED049}" type="datetime1">
              <a:rPr lang="en-US" smtClean="0"/>
              <a:t>7/13/2026</a:t>
            </a:fld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AD6B57C-4D92-4E93-935B-7CA39E3FF2CF}" type="datetime1">
              <a:rPr lang="en-US" smtClean="0"/>
              <a:t>7/13/2026</a:t>
            </a:fld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Dept. of ECE, PSG Institute of Technology and Applied Research</a:t>
            </a:r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530087" y="1715809"/>
            <a:ext cx="112776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 sz="280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r>
              <a:rPr lang="en-US" sz="320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Electronics and Communication Engineering</a:t>
            </a:r>
            <a:endParaRPr sz="3200">
              <a:solidFill>
                <a:srgbClr val="0F24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graphicFrame>
        <p:nvGraphicFramePr>
          <p:cNvPr id="94" name="Google Shape;94;p1"/>
          <p:cNvGraphicFramePr/>
          <p:nvPr>
            <p:extLst>
              <p:ext uri="{D42A27DB-BD31-4B8C-83A1-F6EECF244321}">
                <p14:modId xmlns:p14="http://schemas.microsoft.com/office/powerpoint/2010/main" val="4097645536"/>
              </p:ext>
            </p:extLst>
          </p:nvPr>
        </p:nvGraphicFramePr>
        <p:xfrm>
          <a:off x="1322363" y="3179298"/>
          <a:ext cx="9298746" cy="2157066"/>
        </p:xfrm>
        <a:graphic>
          <a:graphicData uri="http://schemas.openxmlformats.org/drawingml/2006/table">
            <a:tbl>
              <a:tblPr firstRow="1" bandRow="1">
                <a:noFill/>
                <a:tableStyleId>{B712EDFA-5A24-4F47-801A-F8739A0F679F}</a:tableStyleId>
              </a:tblPr>
              <a:tblGrid>
                <a:gridCol w="464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STUDENT’S NAME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Mentor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 No. -----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FACULTY’S NAME</a:t>
                      </a:r>
                      <a:endParaRPr sz="1600" b="1" i="1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0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Faculty Designation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40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" name="Google Shape;96;p1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2A863F5-8070-495B-8D76-D7A0AAF2446E}" type="datetime1">
              <a:rPr lang="en-US" smtClean="0"/>
              <a:t>7/13/2026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6A1EAFD-E023-41ED-B0DC-DEBBD20F3CA5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11111"/>
              <a:buFont typeface="Arial"/>
              <a:buNone/>
            </a:pPr>
            <a:r>
              <a:rPr lang="en-US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6A1EAFD-E023-41ED-B0DC-DEBBD20F3CA5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SzPct val="111111"/>
            </a:pPr>
            <a:r>
              <a:rPr lang="en-US" dirty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08448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8BAD4144-9DC5-41FF-AD57-D96C88E805C2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11111"/>
              <a:buFont typeface="Arial"/>
              <a:buNone/>
            </a:pPr>
            <a:r>
              <a:rPr lang="en-US" dirty="0"/>
              <a:t>Industry Profile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B5002101-18B0-4CB5-9CB0-50800E571B62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4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SzPct val="111111"/>
            </a:pPr>
            <a:r>
              <a:rPr lang="en-US" dirty="0"/>
              <a:t>Objectives Of The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22D623DA-1CF0-4CAE-9F11-F340744E6E22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5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SzPct val="111111"/>
            </a:pPr>
            <a:r>
              <a:rPr lang="en-US" dirty="0"/>
              <a:t>Organization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CBDA8C04-1B37-4A5B-8913-10C1C94DA6D0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6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6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6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SzPct val="123456"/>
            </a:pPr>
            <a:r>
              <a:rPr lang="en-US" dirty="0"/>
              <a:t>Technologies Flourished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23456"/>
              <a:buFont typeface="Arial"/>
              <a:buNone/>
            </a:pPr>
            <a:r>
              <a:rPr lang="en-US" sz="3600" dirty="0"/>
              <a:t>Project/Training Details</a:t>
            </a:r>
            <a:endParaRPr sz="3600" dirty="0"/>
          </a:p>
        </p:txBody>
      </p:sp>
      <p:sp>
        <p:nvSpPr>
          <p:cNvPr id="143" name="Google Shape;143;p7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C557B723-B08F-4F0F-B8A5-1404D1B7093D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7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SzPct val="123456"/>
            </a:pPr>
            <a:r>
              <a:rPr lang="en-US" sz="3600" dirty="0"/>
              <a:t>Outcomes Of The Training</a:t>
            </a:r>
          </a:p>
        </p:txBody>
      </p:sp>
      <p:sp>
        <p:nvSpPr>
          <p:cNvPr id="143" name="Google Shape;143;p7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C557B723-B08F-4F0F-B8A5-1404D1B7093D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7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9062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>
            <a:spLocks noGrp="1"/>
          </p:cNvSpPr>
          <p:nvPr>
            <p:ph type="ctrTitle"/>
          </p:nvPr>
        </p:nvSpPr>
        <p:spPr>
          <a:xfrm>
            <a:off x="251791" y="1455384"/>
            <a:ext cx="11277600" cy="55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SzPct val="123456"/>
            </a:pPr>
            <a:r>
              <a:rPr lang="en-US" sz="3600" dirty="0"/>
              <a:t>Conclusion</a:t>
            </a:r>
          </a:p>
        </p:txBody>
      </p:sp>
      <p:sp>
        <p:nvSpPr>
          <p:cNvPr id="151" name="Google Shape;151;p8"/>
          <p:cNvSpPr txBox="1">
            <a:spLocks noGrp="1"/>
          </p:cNvSpPr>
          <p:nvPr>
            <p:ph type="dt" idx="10"/>
          </p:nvPr>
        </p:nvSpPr>
        <p:spPr>
          <a:xfrm>
            <a:off x="533400" y="6427304"/>
            <a:ext cx="1467678" cy="2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7D035129-DB5C-4B09-A5C2-8942F6420EBF}" type="datetime1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7/13/2026</a:t>
            </a:fld>
            <a:endParaRPr sz="12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"/>
          <p:cNvSpPr txBox="1">
            <a:spLocks noGrp="1"/>
          </p:cNvSpPr>
          <p:nvPr>
            <p:ph type="ftr" idx="11"/>
          </p:nvPr>
        </p:nvSpPr>
        <p:spPr>
          <a:xfrm>
            <a:off x="3556551" y="6460434"/>
            <a:ext cx="5052391" cy="2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ECE, PSG Institute of Technology and Applied Research</a:t>
            </a:r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8"/>
          <p:cNvSpPr txBox="1">
            <a:spLocks noGrp="1"/>
          </p:cNvSpPr>
          <p:nvPr>
            <p:ph type="sldNum" idx="12"/>
          </p:nvPr>
        </p:nvSpPr>
        <p:spPr>
          <a:xfrm>
            <a:off x="11428343" y="6387545"/>
            <a:ext cx="4340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180</Words>
  <Application>Microsoft Office PowerPoint</Application>
  <PresentationFormat>Widescreen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Arial</vt:lpstr>
      <vt:lpstr>Bookman Old Style</vt:lpstr>
      <vt:lpstr>Calibri</vt:lpstr>
      <vt:lpstr>Book Antiqua</vt:lpstr>
      <vt:lpstr>1_Office Theme</vt:lpstr>
      <vt:lpstr>Department of Electronics and Communication Engineering</vt:lpstr>
      <vt:lpstr>Introduction</vt:lpstr>
      <vt:lpstr>Abstract</vt:lpstr>
      <vt:lpstr>Industry Profile</vt:lpstr>
      <vt:lpstr>Objectives Of The Training</vt:lpstr>
      <vt:lpstr>Organization Structure</vt:lpstr>
      <vt:lpstr>Technologies Flourished</vt:lpstr>
      <vt:lpstr>Project/Training Details</vt:lpstr>
      <vt:lpstr>Outcomes Of The Training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Electronics and Communication Engineering</dc:title>
  <dc:creator>PSG I TECH</dc:creator>
  <cp:lastModifiedBy>PSG I TECH</cp:lastModifiedBy>
  <cp:revision>3</cp:revision>
  <dcterms:created xsi:type="dcterms:W3CDTF">2025-03-19T05:22:19Z</dcterms:created>
  <dcterms:modified xsi:type="dcterms:W3CDTF">2026-07-13T11:07:50Z</dcterms:modified>
</cp:coreProperties>
</file>